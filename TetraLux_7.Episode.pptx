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F9285932-6E2D-4830-A221-381751CA0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4" y="64247"/>
            <a:ext cx="12057032" cy="672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259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>
            <a:extLst>
              <a:ext uri="{FF2B5EF4-FFF2-40B4-BE49-F238E27FC236}">
                <a16:creationId xmlns:a16="http://schemas.microsoft.com/office/drawing/2014/main" id="{DEF6862B-78B2-A944-9706-C03D8C529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4" y="64247"/>
            <a:ext cx="12057032" cy="672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993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>
            <a:extLst>
              <a:ext uri="{FF2B5EF4-FFF2-40B4-BE49-F238E27FC236}">
                <a16:creationId xmlns:a16="http://schemas.microsoft.com/office/drawing/2014/main" id="{A2C614D9-4A86-B0D4-B87B-2976CBC16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94" y="69945"/>
            <a:ext cx="12036612" cy="671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113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>
            <a:extLst>
              <a:ext uri="{FF2B5EF4-FFF2-40B4-BE49-F238E27FC236}">
                <a16:creationId xmlns:a16="http://schemas.microsoft.com/office/drawing/2014/main" id="{C12F2449-132D-006E-3BBC-3C3240E85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70" y="73281"/>
            <a:ext cx="12024659" cy="671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43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>
            <a:extLst>
              <a:ext uri="{FF2B5EF4-FFF2-40B4-BE49-F238E27FC236}">
                <a16:creationId xmlns:a16="http://schemas.microsoft.com/office/drawing/2014/main" id="{8DC50306-8796-F4FC-4ABD-B4AF9AD58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2" y="70223"/>
            <a:ext cx="12035616" cy="671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45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>
            <a:extLst>
              <a:ext uri="{FF2B5EF4-FFF2-40B4-BE49-F238E27FC236}">
                <a16:creationId xmlns:a16="http://schemas.microsoft.com/office/drawing/2014/main" id="{1C9986D8-7CF3-2E4E-574C-76F244DE0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37" y="52294"/>
            <a:ext cx="12099863" cy="675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367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>
            <a:extLst>
              <a:ext uri="{FF2B5EF4-FFF2-40B4-BE49-F238E27FC236}">
                <a16:creationId xmlns:a16="http://schemas.microsoft.com/office/drawing/2014/main" id="{10909BF0-5A42-B531-CA20-AD6A7CCF7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2" y="70223"/>
            <a:ext cx="12035616" cy="671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4414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Szita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Szélesvásznú</PresentationFormat>
  <Slides>7</Slides>
  <Notes>0</Notes>
  <HiddenSlides>0</HiddenSlide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8" baseType="lpstr">
      <vt:lpstr>Szita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Barnabas Veres</dc:creator>
  <cp:lastModifiedBy>Barnabas Veres</cp:lastModifiedBy>
  <cp:revision>1</cp:revision>
  <dcterms:created xsi:type="dcterms:W3CDTF">2026-04-07T18:32:10Z</dcterms:created>
  <dcterms:modified xsi:type="dcterms:W3CDTF">2026-04-07T18:37:37Z</dcterms:modified>
</cp:coreProperties>
</file>